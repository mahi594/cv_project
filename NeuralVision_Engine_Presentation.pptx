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NeuralVision Engine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Interactive Computer Vision Platform</a:t>
            </a:r>
          </a:p>
          <a:p/>
          <a:p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Learning Computer Vision algorithms is often abstract and mathematical.</a:t>
            </a:r>
          </a:p>
          <a:p>
            <a:pPr lvl="1"/>
            <a:r>
              <a:t>Students and developers need a way to visualize algorithms dynamically.</a:t>
            </a:r>
          </a:p>
          <a:p>
            <a:pPr lvl="1"/>
            <a:r>
              <a:t>NeuralVision Engine bridges this gap by providing real-time, interactive feedback.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(Syllabus Driven)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platform covers core CV syllabus topics:</a:t>
            </a:r>
          </a:p>
          <a:p>
            <a:pPr lvl="1"/>
            <a:r>
              <a:t>Color Space Representation (HSV, LAB, YCrCb)</a:t>
            </a:r>
          </a:p>
          <a:p>
            <a:pPr lvl="1"/>
            <a:r>
              <a:t>Fourier Analysis &amp; High Pass Filtering</a:t>
            </a:r>
          </a:p>
          <a:p>
            <a:pPr lvl="1"/>
            <a:r>
              <a:t>Noise Reduction (Gaussian, Median, Bilateral)</a:t>
            </a:r>
          </a:p>
          <a:p>
            <a:pPr lvl="1"/>
            <a:r>
              <a:t>Edge Detection (Canny, LoG, DoG)</a:t>
            </a:r>
          </a:p>
          <a:p>
            <a:pPr lvl="1"/>
            <a:r>
              <a:t>Harris Corner Detection</a:t>
            </a:r>
          </a:p>
          <a:p>
            <a:pPr lvl="1"/>
            <a:r>
              <a:t>Feature Descriptors (ORB)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</a:t>
            </a:r>
          </a:p>
          <a:p>
            <a:pPr lvl="1"/>
            <a:r>
              <a:t>React &amp; Vite for high-performance rendering</a:t>
            </a:r>
          </a:p>
          <a:p>
            <a:pPr lvl="1"/>
            <a:r>
              <a:t>TailwindCSS &amp; Lucide-React for modern UI components</a:t>
            </a:r>
          </a:p>
          <a:p>
            <a:pPr/>
            <a:r>
              <a:t>Backend</a:t>
            </a:r>
          </a:p>
          <a:p>
            <a:pPr lvl="1"/>
            <a:r>
              <a:t>FastAPI for robust, asynchronous API endpoints</a:t>
            </a:r>
          </a:p>
          <a:p>
            <a:pPr lvl="1"/>
            <a:r>
              <a:t>OpenCV &amp; NumPy for heavy computational CV algorithms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uploads an image via the web interface.</a:t>
            </a:r>
          </a:p>
          <a:p>
            <a:r>
              <a:t>2. Selects a syllabus module and adjusts parameters.</a:t>
            </a:r>
          </a:p>
          <a:p>
            <a:r>
              <a:t>3. Frontend sends image and parameters to FastAPI backend.</a:t>
            </a:r>
          </a:p>
          <a:p>
            <a:r>
              <a:t>4. OpenCV processes the image and extracts intermediate algorithm states.</a:t>
            </a:r>
          </a:p>
          <a:p>
            <a:r>
              <a:t>5. Visualizations are returned and displayed interactively on the UI.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deep learning modules (e.g., Object Detection, Segmentation).</a:t>
            </a:r>
          </a:p>
          <a:p>
            <a:r>
              <a:t>Allow users to build custom CV execution pipelines.</a:t>
            </a:r>
          </a:p>
          <a:p>
            <a:r>
              <a:t>Deploy to cloud (AWS/GCP) for global accessibility.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